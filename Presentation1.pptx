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E8F8"/>
    <a:srgbClr val="4FC3E3"/>
    <a:srgbClr val="71C7EC"/>
    <a:srgbClr val="1EBBD7"/>
    <a:srgbClr val="189AD3"/>
    <a:srgbClr val="107DAC"/>
    <a:srgbClr val="005F87"/>
    <a:srgbClr val="004B6B"/>
    <a:srgbClr val="00334A"/>
    <a:srgbClr val="005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CC83-E2A9-CD4B-1F32-1550D9A69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69AEA-5CBB-B110-9311-8053B033C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0CFC6-7D67-FB88-65C9-67638060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E2A3B-F5CE-7C45-03A5-426DF2C3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AE77B-E45A-F592-13B7-85FF4D66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915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6716-AECC-B8F9-5AE3-B1EE8C46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D7DDC-DFFC-61E4-988A-51ABB9BD1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BD265-7484-7714-60E5-1D593454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69865-A652-EC8D-CF52-590DBE66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D836C-0354-C28D-F0D5-FDE9FF25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587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E492B-19A2-ED48-71A2-F8B20C900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720A-E239-EC5C-45B2-01A98E9D0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A9746-F922-17FE-C996-CB31FBFA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6DAC7-2A5B-0C1A-89B1-340D8CC0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785E6-4824-1C57-DF66-3988F99D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078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DE230-84BF-CBE0-F7A7-97C08F3E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57E1-63EA-D6E4-60F5-FAC199C23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54481-478C-9922-A42A-FDF85A870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62840-47EB-AE87-70AB-14DF23FA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3D70C-AF1F-F3E7-6BCC-A8024F8B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B1E-4E20-2470-783E-980F17D3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0349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DEFE-5CD1-B107-E332-F630DA79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B921-2E18-7C6B-C3A1-8391EE29D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C96F7-C499-1F83-A692-C8046B910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2D1B5-EBF0-D2D3-BDBD-7CB7A4D43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A1078-F2AE-E004-ED7E-D3E3F52DB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93CB2-49E4-DC7B-596A-5C0810F4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0E1FB-159F-4558-A931-4691053D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5B150-FEFE-2B3B-C43A-7B3E34D1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97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DED9-564D-FC35-EAA1-D20EC4CA6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2921A-B789-1078-19F9-27424C5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A5C7E-9B7F-F214-63D2-77645F52D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0DA64-81E8-2832-0D07-02D4C30C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553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CB9D5-F950-ED7E-54B8-24AC29C84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82D6A-16CD-288D-A379-8B3882F9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C89D8-B79E-381F-A51D-1DD78E5D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259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B924-1390-7665-E980-A8C68FBC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C978E-5FD0-A353-B216-E4D25F70A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F1B6E-AC49-383A-4CFF-2DB30C152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3F799-2358-5E3F-6DB5-F284DC7A4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9899D-A901-E2E0-92C0-4C5A725E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2EC74-3082-E5A2-81CB-D5C72261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202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B989-A769-9176-D697-2933A7FD3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202E4-A0CC-41DD-B9D6-A538A404B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EBCBB-A2D5-3E96-2740-E90C6910B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7963-0364-BDDA-199E-E6420A06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B8D62-8110-54D1-C193-3DB7A62A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F14BD-02CC-2253-C0F6-7843B764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21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50DA-074C-5C49-5B4C-FB4BEBEF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E3642-71EE-2F67-12E7-99CA48305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A5F13-B630-9F3D-40BB-0C287AFB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80D90-A14E-6D3E-4C32-EEF11422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786DD-BA01-6851-A80D-C08D2E9D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645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47BDF2-8C3E-172D-A2A7-0E696C458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1EC25-632D-F14E-BA3E-280A931F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BB4-6E34-5EAF-3CD2-3661C1DCD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0F30B-6056-449F-9E0E-E077E63D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DB5A3-E875-2A5C-1B57-8F09B73A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410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F1C85-67F0-FBBE-781C-8AE2570E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2387E-FE5B-B8A5-537B-5D5F568F4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A907E-E459-8BD8-E6B8-EAACD214F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8B118-1FB6-4CFF-9F86-1B848F982B26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F2864-D57C-FDB0-8319-0D278E137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8A982-B17C-4442-9B83-181A20A38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4F835-6988-4D7C-9F3A-1E40947B2C9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347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E5C7AE-16C8-6522-E0F8-440AAF2E0B5F}"/>
              </a:ext>
            </a:extLst>
          </p:cNvPr>
          <p:cNvSpPr/>
          <p:nvPr/>
        </p:nvSpPr>
        <p:spPr>
          <a:xfrm>
            <a:off x="1286691" y="1325879"/>
            <a:ext cx="360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1C65C54-F5F4-87FE-482E-B4406A6DAD3C}"/>
              </a:ext>
            </a:extLst>
          </p:cNvPr>
          <p:cNvGrpSpPr/>
          <p:nvPr/>
        </p:nvGrpSpPr>
        <p:grpSpPr>
          <a:xfrm>
            <a:off x="1889490" y="1928678"/>
            <a:ext cx="2394402" cy="2394402"/>
            <a:chOff x="1715091" y="1754279"/>
            <a:chExt cx="2743200" cy="27432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DCD4FE-28D7-770F-187C-685748C4A061}"/>
                </a:ext>
              </a:extLst>
            </p:cNvPr>
            <p:cNvSpPr/>
            <p:nvPr/>
          </p:nvSpPr>
          <p:spPr>
            <a:xfrm>
              <a:off x="1715091" y="1754279"/>
              <a:ext cx="914400" cy="914400"/>
            </a:xfrm>
            <a:prstGeom prst="rect">
              <a:avLst/>
            </a:prstGeom>
            <a:solidFill>
              <a:srgbClr val="003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78205B-ABA4-6420-0025-2A134B13CE07}"/>
                </a:ext>
              </a:extLst>
            </p:cNvPr>
            <p:cNvSpPr/>
            <p:nvPr/>
          </p:nvSpPr>
          <p:spPr>
            <a:xfrm>
              <a:off x="2629491" y="1754279"/>
              <a:ext cx="914400" cy="914400"/>
            </a:xfrm>
            <a:prstGeom prst="rect">
              <a:avLst/>
            </a:prstGeom>
            <a:solidFill>
              <a:srgbClr val="004B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F6FAB0-C521-A26C-F872-334750D1626E}"/>
                </a:ext>
              </a:extLst>
            </p:cNvPr>
            <p:cNvSpPr/>
            <p:nvPr/>
          </p:nvSpPr>
          <p:spPr>
            <a:xfrm>
              <a:off x="3543891" y="1754279"/>
              <a:ext cx="914400" cy="914400"/>
            </a:xfrm>
            <a:prstGeom prst="rect">
              <a:avLst/>
            </a:prstGeom>
            <a:solidFill>
              <a:srgbClr val="005F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0D8283-713D-A5A1-665B-C564644ABBF2}"/>
                </a:ext>
              </a:extLst>
            </p:cNvPr>
            <p:cNvSpPr/>
            <p:nvPr/>
          </p:nvSpPr>
          <p:spPr>
            <a:xfrm>
              <a:off x="1715091" y="2668679"/>
              <a:ext cx="914400" cy="914400"/>
            </a:xfrm>
            <a:prstGeom prst="rect">
              <a:avLst/>
            </a:prstGeom>
            <a:solidFill>
              <a:srgbClr val="107D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BBA825-C80E-C5DF-81D0-642A3C6D45E7}"/>
                </a:ext>
              </a:extLst>
            </p:cNvPr>
            <p:cNvSpPr/>
            <p:nvPr/>
          </p:nvSpPr>
          <p:spPr>
            <a:xfrm>
              <a:off x="2629491" y="2668679"/>
              <a:ext cx="914400" cy="914400"/>
            </a:xfrm>
            <a:prstGeom prst="rect">
              <a:avLst/>
            </a:prstGeom>
            <a:solidFill>
              <a:srgbClr val="189A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995A0F-635E-3C70-1188-8DFD669ED506}"/>
                </a:ext>
              </a:extLst>
            </p:cNvPr>
            <p:cNvSpPr/>
            <p:nvPr/>
          </p:nvSpPr>
          <p:spPr>
            <a:xfrm>
              <a:off x="3543891" y="2668679"/>
              <a:ext cx="914400" cy="914400"/>
            </a:xfrm>
            <a:prstGeom prst="rect">
              <a:avLst/>
            </a:prstGeom>
            <a:solidFill>
              <a:srgbClr val="1EBB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52D486-A687-72CB-C037-B2801A8B2EB2}"/>
                </a:ext>
              </a:extLst>
            </p:cNvPr>
            <p:cNvSpPr/>
            <p:nvPr/>
          </p:nvSpPr>
          <p:spPr>
            <a:xfrm>
              <a:off x="1715091" y="3583079"/>
              <a:ext cx="914400" cy="914400"/>
            </a:xfrm>
            <a:prstGeom prst="rect">
              <a:avLst/>
            </a:prstGeom>
            <a:solidFill>
              <a:srgbClr val="4FC3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068B3D-656E-BA83-B546-E5C2DBAF8D4A}"/>
                </a:ext>
              </a:extLst>
            </p:cNvPr>
            <p:cNvSpPr/>
            <p:nvPr/>
          </p:nvSpPr>
          <p:spPr>
            <a:xfrm>
              <a:off x="2629491" y="3583079"/>
              <a:ext cx="914400" cy="914400"/>
            </a:xfrm>
            <a:prstGeom prst="rect">
              <a:avLst/>
            </a:prstGeom>
            <a:solidFill>
              <a:srgbClr val="71C7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E7456A-E587-85DC-AEE7-97DD18538C8B}"/>
                </a:ext>
              </a:extLst>
            </p:cNvPr>
            <p:cNvSpPr/>
            <p:nvPr/>
          </p:nvSpPr>
          <p:spPr>
            <a:xfrm>
              <a:off x="3543891" y="3583079"/>
              <a:ext cx="914400" cy="914400"/>
            </a:xfrm>
            <a:prstGeom prst="rect">
              <a:avLst/>
            </a:prstGeom>
            <a:solidFill>
              <a:srgbClr val="B8E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F45D0BD0-D742-6756-DEFD-745FA767E4E0}"/>
              </a:ext>
            </a:extLst>
          </p:cNvPr>
          <p:cNvSpPr/>
          <p:nvPr/>
        </p:nvSpPr>
        <p:spPr>
          <a:xfrm>
            <a:off x="5437051" y="1325879"/>
            <a:ext cx="3600000" cy="3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0B4F6AB-1197-6449-C493-8A2FD95546D1}"/>
              </a:ext>
            </a:extLst>
          </p:cNvPr>
          <p:cNvSpPr/>
          <p:nvPr/>
        </p:nvSpPr>
        <p:spPr>
          <a:xfrm>
            <a:off x="6774731" y="2843359"/>
            <a:ext cx="1830789" cy="1098473"/>
          </a:xfrm>
          <a:prstGeom prst="rect">
            <a:avLst/>
          </a:prstGeom>
          <a:solidFill>
            <a:srgbClr val="189A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6A63FA0-ED31-61FC-9990-BB2BA8B8A5D5}"/>
              </a:ext>
            </a:extLst>
          </p:cNvPr>
          <p:cNvSpPr/>
          <p:nvPr/>
        </p:nvSpPr>
        <p:spPr>
          <a:xfrm>
            <a:off x="6346331" y="2551759"/>
            <a:ext cx="1830789" cy="1098473"/>
          </a:xfrm>
          <a:prstGeom prst="rect">
            <a:avLst/>
          </a:prstGeom>
          <a:solidFill>
            <a:srgbClr val="005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031F413-8EA5-3744-698E-8E19AA7A704C}"/>
              </a:ext>
            </a:extLst>
          </p:cNvPr>
          <p:cNvSpPr/>
          <p:nvPr/>
        </p:nvSpPr>
        <p:spPr>
          <a:xfrm>
            <a:off x="5917931" y="2177359"/>
            <a:ext cx="1830789" cy="1098473"/>
          </a:xfrm>
          <a:prstGeom prst="rect">
            <a:avLst/>
          </a:prstGeom>
          <a:solidFill>
            <a:srgbClr val="003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0632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InKulpado666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londoño</dc:creator>
  <cp:lastModifiedBy>Felipe londoño</cp:lastModifiedBy>
  <cp:revision>1</cp:revision>
  <dcterms:created xsi:type="dcterms:W3CDTF">2026-07-22T01:28:52Z</dcterms:created>
  <dcterms:modified xsi:type="dcterms:W3CDTF">2026-07-22T01:56:57Z</dcterms:modified>
</cp:coreProperties>
</file>